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926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WORKSHOP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85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Copilot is · Licensing · Key AI terms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Asraf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— COPILOT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 for everything that follows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Microsoft 365 Copilot?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lives, what it does, how it connects to your Microsoft 365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Licensing Tiers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0449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paid — what you actually get with each, and why the difference matters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794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AI Terminology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1422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GenAI, RAG, tokens, hallucination, agentic AI — in plain language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COPILOT?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Assistant, Built Into Your Apps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is an AI assistant embedded directly into the apps you already use — Word, Excel, Outlook, PowerPoint, Teams, and more.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understands natural language. You describe what you want, it does the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1752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smart assistant that reads your emails, knows your files, and helps you write, summarise, and analyse — all without leaving your app.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920240"/>
            <a:ext cx="178308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9202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1920240"/>
            <a:ext cx="1783080" cy="6583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9202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788920"/>
            <a:ext cx="178308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788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2788920"/>
            <a:ext cx="1783080" cy="658368"/>
          </a:xfrm>
          <a:prstGeom prst="rect">
            <a:avLst/>
          </a:prstGeom>
          <a:solidFill>
            <a:srgbClr val="C43E1C"/>
          </a:solidFill>
          <a:ln w="12700">
            <a:solidFill>
              <a:srgbClr val="C43E1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2788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3657600"/>
            <a:ext cx="1783080" cy="658368"/>
          </a:xfrm>
          <a:prstGeom prst="rect">
            <a:avLst/>
          </a:prstGeom>
          <a:solidFill>
            <a:srgbClr val="5558AF"/>
          </a:solidFill>
          <a:ln w="12700">
            <a:solidFill>
              <a:srgbClr val="5558A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6576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3720" y="3657600"/>
            <a:ext cx="1783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36576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Tiers — One Big Difference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475488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Default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167128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214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anyone with a Microsoft account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42616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968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copilot.microsoft.com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18104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723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search the web for current info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593592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478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general tasks: writing, summarising, brainstorming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233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access your M365 data (emails, files, calendar)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39319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554480"/>
            <a:ext cx="3931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365 Copilot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1801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— Per User Licence  ★ Used in this workshop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16712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1214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M365 subscription + Copilot add-on licence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6426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5968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integrated with your emails, files, and calendar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11810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0723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Word, Excel, Outlook, PowerPoint, Teams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59359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5478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reference your organisation's SharePoint documents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40690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0233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real productivity gains happen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TERMINOLOGY  —  PART 1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Terms You Will Keep Hearing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91440" cy="1572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64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19568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massive amounts of text. It learns patterns in language to generate responses. Examples: GPT (OpenAI), Claude (Anthropic), Gemini (Google). M365 Copilot is powered by GPT.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72768"/>
            <a:ext cx="91440" cy="1572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664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9568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192" y="2194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can create new content — text, images, code, summaries — rather than just analysing existing data. Copilot is a generative AI tool.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10128"/>
            <a:ext cx="91440" cy="1572768"/>
          </a:xfrm>
          <a:prstGeom prst="rect">
            <a:avLst/>
          </a:prstGeom>
          <a:solidFill>
            <a:srgbClr val="5558AF"/>
          </a:solidFill>
          <a:ln w="12700">
            <a:solidFill>
              <a:srgbClr val="5558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01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8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" y="36941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931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that allows AI to understand and process human language. When you type in plain English and Copilot understands what you mean, that is NLP.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31012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310128"/>
            <a:ext cx="91440" cy="15727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401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65192" y="36941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Instruction to the 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5192" y="3931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or instruction you give to Copilot. The quality of your prompt directly affects the quality of the output. We cover this in detail in Topic 02.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TERMINOLOGY  —  PART 2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Few More You Need to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824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information you provide alongside your prompt. More relevant context = better output from Copilot.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7276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72768"/>
            <a:ext cx="269748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6824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7288" y="1975104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confidently generates something incorrect or made up. Always verify important Copilot outputs against reliable sources.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7276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72768"/>
            <a:ext cx="2697480" cy="73152"/>
          </a:xfrm>
          <a:prstGeom prst="rect">
            <a:avLst/>
          </a:prstGeom>
          <a:solidFill>
            <a:srgbClr val="5558AF"/>
          </a:solidFill>
          <a:ln w="12700">
            <a:solidFill>
              <a:srgbClr val="5558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824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8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7648" y="1975104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can take actions on your behalf — not just respond. Copilot Studio agents (Topic 10) are an example.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45920" y="3017520"/>
            <a:ext cx="3108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45920" y="3017520"/>
            <a:ext cx="31089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55648" y="34198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Generation. AI retrieves from a specific knowledge source (your SharePoint) before generating. This is what makes M365 Copilot different from a generic chatbot.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3017520"/>
            <a:ext cx="3108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3017520"/>
            <a:ext cx="3108960" cy="73152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34198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text that LLMs process. ≈ 0.75 words per token. Models have a token limit — very long documents may need to be split, and very long conversations may cause Copilot to 'forget' earlier context.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HALLUCINATION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 Get Things Wrong. Here's What to Do.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184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 when AI confidently states something that is factually incorrect or completely made up — delivered in fluent, convincing language.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265176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907792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620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the next likely word based on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474720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'know' facts — they generate plausible 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041648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959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fact-checker — it fills gaps with confidence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37744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377440"/>
            <a:ext cx="265176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spot 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56432" y="290779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8620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sounds too convenient or perfectly phrased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56432" y="347472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429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dates, or names that seem specific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56432" y="404164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9959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about things Copilot cannot actually know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37744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377440"/>
            <a:ext cx="2651760" cy="402336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do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91072" y="2907792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8620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copy Copilot output into a report without checking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3474720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429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facts, figures, and names from original sources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4041648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9959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for drafting — you are the expert reviewer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M365 Copilot Knows Your Work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95728" y="2459736"/>
            <a:ext cx="228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828800"/>
            <a:ext cx="18288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24912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searches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M365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98848" y="2459736"/>
            <a:ext cx="228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828800"/>
            <a:ext cx="1828800" cy="1371600"/>
          </a:xfrm>
          <a:prstGeom prst="rect">
            <a:avLst/>
          </a:prstGeom>
          <a:solidFill>
            <a:srgbClr val="5558AF"/>
          </a:solidFill>
          <a:ln w="12700">
            <a:solidFill>
              <a:srgbClr val="5558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28032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/ emails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01968" y="2459736"/>
            <a:ext cx="228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828800"/>
            <a:ext cx="1828800" cy="1371600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31152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204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M365 Copilot to 'summarise last month's project emails' or 'draft a proposal based on our Q2 report', it is not guessing. It is retrieving your actual files from SharePoint and OneDrive, then generating a response grounded in that content. This is the core of what makes M365 Copilot different from a generic AI chatbot.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— All Key Terms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LLM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trained on text to understand and generate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GenAI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that creates new content (text, images, summaries)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NLP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that lets AI understand human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Prompt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instruction to the AI — quality in = quality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Context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info you provide alongside your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Hallucination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AI generates plausible but incorrect information — always 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Agentic AI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that takes actions on your behalf, not just answers questions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RAG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that retrieves from a specific knowledge source before responding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Token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of text processed by an LLM — approx. 0.75 words per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554480"/>
            <a:ext cx="82296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77440" y="15727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One-line meaning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— MODEL SWITCHER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Interface, Multiple AI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Copilot Chat, you can switch between AI models using the selector at the top right. Try the same prompt in different models and compare.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9144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long to think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00584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52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103120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103120"/>
            <a:ext cx="91440" cy="1078992"/>
          </a:xfrm>
          <a:prstGeom prst="rect">
            <a:avLst/>
          </a:prstGeom>
          <a:solidFill>
            <a:srgbClr val="5558AF"/>
          </a:solidFill>
          <a:ln w="12700">
            <a:solidFill>
              <a:srgbClr val="5558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58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right away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103120"/>
            <a:ext cx="9144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Deeper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longer for better answers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493008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74520" y="3493008"/>
            <a:ext cx="91440" cy="10789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5740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by Anthropic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57400" y="4242816"/>
            <a:ext cx="1005840" cy="2011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writer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493008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3493008"/>
            <a:ext cx="91440" cy="1078992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1208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7274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tip: Try the same prompt in Opus and GPT — compare tone, depth, and which output you would edit less.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Copilot Responsibly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347472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093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verify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84248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output is a starting point. You are the expert — review before you send or submit.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72768"/>
            <a:ext cx="2651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6093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1984248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confidential client data, personal IDs, or financial records into Copilot prompts.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72768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6093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transparent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1984248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used Copilot to draft something significant, say so. Colleagues deserve to know.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91840"/>
            <a:ext cx="2651760" cy="347472"/>
          </a:xfrm>
          <a:prstGeom prst="rect">
            <a:avLst/>
          </a:prstGeom>
          <a:solidFill>
            <a:srgbClr val="5558AF"/>
          </a:solidFill>
          <a:ln w="12700">
            <a:solidFill>
              <a:srgbClr val="5558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2841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compliant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703320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PDPA applies to AI use. Know which data you are authorised to process.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291840"/>
            <a:ext cx="26517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32841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human judgment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01568" y="3703320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— it does not decide. Final decisions, especially on people, stay with you.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291840"/>
            <a:ext cx="265176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32841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issues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36208" y="3703320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Copilot produces something harmful, biased, or wrong, report it to your IT team.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Complete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304288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677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is embedded in your apps — it knows your emails, files, and calendar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980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paid licence is what makes it work with your actual work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64992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284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prompt, RAG, hallucination — these are the terms you need to remember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58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Copilot output before using it in anything important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7863840" cy="38404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079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Topic 02 — Prompt Engineering  →  How to write prompts that actually 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— Copilot Fundamentals</dc:title>
  <dc:subject>PptxGenJS Presentation</dc:subject>
  <dc:creator>Asraf</dc:creator>
  <cp:lastModifiedBy>Asraf</cp:lastModifiedBy>
  <cp:revision>1</cp:revision>
  <dcterms:created xsi:type="dcterms:W3CDTF">2026-05-01T16:13:29Z</dcterms:created>
  <dcterms:modified xsi:type="dcterms:W3CDTF">2026-05-01T16:13:29Z</dcterms:modified>
</cp:coreProperties>
</file>